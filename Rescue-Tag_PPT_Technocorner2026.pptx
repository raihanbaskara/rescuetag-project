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 Sans Black"/>
      <p:bold r:id="rId17"/>
      <p:boldItalic r:id="rId18"/>
    </p:embeddedFont>
    <p:embeddedFont>
      <p:font typeface="Nunito Sans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gHh1bOv9xk7PzSE+6ztrvEJNAq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ansMedium-bold.fntdata"/><Relationship Id="rId11" Type="http://schemas.openxmlformats.org/officeDocument/2006/relationships/slide" Target="slides/slide6.xml"/><Relationship Id="rId22" Type="http://schemas.openxmlformats.org/officeDocument/2006/relationships/font" Target="fonts/NunitoSans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Sans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SansBlack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SansMedium-regular.fntdata"/><Relationship Id="rId6" Type="http://schemas.openxmlformats.org/officeDocument/2006/relationships/slide" Target="slides/slide1.xml"/><Relationship Id="rId18" Type="http://schemas.openxmlformats.org/officeDocument/2006/relationships/font" Target="fonts/NunitoSansBlack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TC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838" y="1587451"/>
            <a:ext cx="7212324" cy="19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ctrTitle"/>
          </p:nvPr>
        </p:nvSpPr>
        <p:spPr>
          <a:xfrm>
            <a:off x="311708" y="500000"/>
            <a:ext cx="85206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d" sz="360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Rescue-Tag</a:t>
            </a:r>
            <a:endParaRPr/>
          </a:p>
        </p:txBody>
      </p:sp>
      <p:sp>
        <p:nvSpPr>
          <p:cNvPr id="60" name="Google Shape;60;p2"/>
          <p:cNvSpPr txBox="1"/>
          <p:nvPr>
            <p:ph idx="1" type="subTitle"/>
          </p:nvPr>
        </p:nvSpPr>
        <p:spPr>
          <a:xfrm>
            <a:off x="311700" y="2400000"/>
            <a:ext cx="85206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id" sz="160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Tim Hebat | Technocorner 2026 - IoT Development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d" sz="14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Rizaldy Yakub Mahendra (Ketua)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lang="id" sz="14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Raihan Nauval Aziz (Anggota)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lang="id" sz="14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Arsalna Bimantaraka (Anggota)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800"/>
              <a:buNone/>
            </a:pPr>
            <a:r>
              <a:rPr i="1" lang="id" sz="1200">
                <a:solidFill>
                  <a:srgbClr val="666666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Universitas Negeri Malang | Subtema: Medis dan Kesehatan Masyarakat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LATAR BELAKANG</a:t>
            </a:r>
            <a:endParaRPr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Kondisi Keselamatan Tambang Indonesia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Indonesia memproduksi 775,2 juta ton batu bara pada 2023 dengan 310.181 pekerja aktif di sektor pertambangan. (Kementerian ESDM, 2024)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Kecelakaan tambang melonjak: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104 kasus (2021) → 378 kasus (2022) → 217 kasus (2023), dengan 48 korban jiwa.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Severity rate meningkat dari 123,89 → 165 — kecelakaan makin berat dampaknya. (Katadata, 2024)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Masalah Utama: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•  Jaringan seluler dan Wi-Fi tidak mampu menembus struktur batuan padat di bawah tanah.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•  Tidak ada sistem yang mengintegrasikan pemantauan vital, komunikasi jarak jauh, dan triage otomatis dalam satu wearable.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i="1" lang="id" sz="1250">
                <a:solidFill>
                  <a:srgbClr val="555555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•  Insiden Freeport Grasberg 2025: 7 pekerja terjebak, komunikasi radio putus, evakuasi lebih dari satu minggu.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SOLUSI: RESCUE-TAG</a:t>
            </a:r>
            <a:endParaRPr/>
          </a:p>
        </p:txBody>
      </p:sp>
      <p:sp>
        <p:nvSpPr>
          <p:cNvPr id="72" name="Google Shape;72;p5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Rescue-Tag adalah sistem Wearable IoT berbasis LoRa yang dirancang untuk menjawab tantangan keselamatan kerja di lingkungan tambang bawah tanah yang terisolasi dan tidak terjangkau jaringan konvensional.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Tiga Inovasi Utama: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1.  Pemantauan Vital Wearable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Heart Rate, SpO2, suhu tubuh, dan deteksi jatuh secara real-time.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2.  Klasifikasi Triage Otomatis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Protokol START dijalankan langsung di STM32 tanpa koneksi cloud.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3.  Transmisi Adaptif Berbasis Urgensi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Node kritis kirim data tiap 5-10 detik; node normal tiap 30-60 detik.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i="1" lang="id" sz="1250">
                <a:solidFill>
                  <a:srgbClr val="555555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Pendekatan ini menghemat bandwidth LoRa sekaligus memperpanjang daya tahan baterai secara signifikan.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ARSITEKTUR SISTEM</a:t>
            </a:r>
            <a:endParaRPr/>
          </a:p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Arsitektur IoT Tiga Lapis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LAYER 1 — Edge (Node Wearable)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STM32F401CCU6 membaca sensor setiap 1 detik → proses sensor fusion → klasifikasi triage START → hasilkan skor urgensi (0-3).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LAYER 2 — Komunikasi (LoRa 433 MHz)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LoRa SX1278 (SF9, BW 125 kHz) mengirim data dalam format CSV secara adaptif sesuai skor urgensi ke gateway ESP32.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LAYER 3 — Aplikasi (Gateway + Dashboard)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ESP32 menerima data LoRa, parse CSV ke JSON, kirim ke MQTT broker. Dashboard web (HTML5 + Tailwind CSS + Leaflet.js) tampilkan kondisi vital, status triage, dan lokasi real-time.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KOMPONEN HARDWARE</a:t>
            </a:r>
            <a:endParaRPr/>
          </a:p>
        </p:txBody>
      </p:sp>
      <p:sp>
        <p:nvSpPr>
          <p:cNvPr id="84" name="Google Shape;84;p7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Komponen Utama Rescue-Tag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STM32F401CCU6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ARM Cortex-M4 84 MHz, 105 DMIPS. Otak edge processing dan klasifikasi triage.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MAX30105 (PPG Sensor)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Monitoring Heart Rate dan SpO2 via photoplethysmography. ADC 18-bit, 600 uA aktif.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GY-SHT31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Sensor suhu tubuh. Akurasi +/-0,3 C, resolusi 0,01 C.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BMI160 (IMU 6-axis)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Akselerometer + giroskop untuk deteksi jatuh dan status mobilitas pekerja.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LoRa SX1278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Komunikasi 433 MHz jarak jauh tanpa internet. SF 6-12, BW 7,8-500 kHz.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ESP32 + Gateway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Penerima data LoRa, konversi ke JSON, kirim ke MQTT broker ke dashboard web.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Baterai LiPo + TP4056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Sumber daya 800-1000 mAh dengan manajemen pengisian dan proteksi over-discharge.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FITUR UTAMA</a:t>
            </a:r>
            <a:endParaRPr/>
          </a:p>
        </p:txBody>
      </p:sp>
      <p:sp>
        <p:nvSpPr>
          <p:cNvPr id="90" name="Google Shape;90;p8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Vital Sign Monitoring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Memantau Heart Rate, SpO2, dan suhu tubuh secara near real-time menggunakan sensor MAX30105 dan SHT31.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Automatic Triage Classification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Mengklasifikasikan kondisi pekerja ke kategori Hijau, Kuning, Merah, dan Hitam secara otomatis melalui edge processing pada STM32.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LoRa Emergency Communication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Mengirimkan data kondisi pekerja via LoRa jarak jauh tanpa bergantung pada internet atau jaringan seluler.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Real-Time Monitoring Dashboard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Menampilkan status kesehatan, tingkat kedaruratan, peta lokasi pekerja, dan notifikasi darurat secara real-time.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CARA KERJA SISTEM</a:t>
            </a:r>
            <a:endParaRPr/>
          </a:p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Alur Kerja Rescue-Tag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1.  Kenakan Rescue-Tag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Pekerja memakai gelang/rompi selama operasional tambang.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2.  Akuisisi Sensor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MAX30105, SHT31, BMI160 membaca Heart Rate, SpO2, suhu tubuh, dan gerak setiap 1 detik.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3.  Edge Processing &amp; Triage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STM32 melakukan sensor fusion lalu menentukan status triage (Hijau/Kuning/Merah/Hitam) berdasarkan protokol START.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4.  Transmisi Adaptif LoRa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Skor urgensi menentukan frekuensi pengiriman: kritis = 5-10 detik, normal = 30-60 detik.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5.  Gateway &amp; Dashboard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ESP32 menerima data, konversi ke JSON, kirim ke MQTT. Dashboard web tampilkan kondisi, triage, dan lokasi pekerja real-time.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KEUNGGULAN RESCUE-TAG</a:t>
            </a:r>
            <a:endParaRPr/>
          </a:p>
        </p:txBody>
      </p:sp>
      <p:sp>
        <p:nvSpPr>
          <p:cNvPr id="102" name="Google Shape;102;p10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Multimodal Sensor Fusion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Menggabungkan data fisiologis (HR, SpO2, suhu) dan data perilaku (jatuh, mobilitas) untuk klasifikasi triage yang lebih akurat dibanding sensor tunggal.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Edge Processing — Tanpa Cloud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Klasifikasi triage dilakukan langsung di STM32. Respons lebih cepat dan tetap berjalan meski tanpa koneksi internet.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Long Range Communication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LoRa SX1278 433 MHz mampu beroperasi di lingkungan underground dengan keterbatasan infrastruktur komunikasi.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4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Low Power &amp; Portable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STM32 dengan mode Stop (1,0 uA) dan transmisi adaptif memperpanjang daya baterai secara signifikan. Form factor ringkas dan wearable.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METODE PENGEMBANGAN</a:t>
            </a:r>
            <a:endParaRPr/>
          </a:p>
        </p:txBody>
      </p:sp>
      <p:sp>
        <p:nvSpPr>
          <p:cNvPr id="108" name="Google Shape;108;p11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Prosedur Pembuatan Prototipe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1.  Penentuan Ide &amp; Perancangan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Desain skematik, pin mapping (EasyEDA), arsitektur IoT, dan 3D CAD casing.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2.  Manufaktur &amp; Perakitan Hardware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Fabrikasi PCB custom, soldering komponen, assembly wearable node dan gateway.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3.  Pemrograman Sistem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Firmware STM32 (sensor fusion, triage START, transmisi adaptif) dan firmware ESP32 (gateway MQTT JSON) serta web dashboard.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4.  Uji Kinerja &amp; Analisis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Akurasi sensor (MAE HR ≤5 bpm, SpO2 ≤2%), keandalan LoRa (PDR ≥95%), dan validasi end-to-end alur triage.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3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5.  Penyusunan Laporan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Dokumentasi teknis arsitektur sistem, hasil pengujian, dan rekomendasi pengembangan.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3020">
                <a:solidFill>
                  <a:srgbClr val="630894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KESIMPULAN &amp; LUARAN</a:t>
            </a:r>
            <a:endParaRPr/>
          </a:p>
        </p:txBody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457200" y="1130000"/>
            <a:ext cx="82296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Kesimpulan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Rescue-Tag mengintegrasikan monitoring vital sign, komunikasi LoRa, dan automatic triage classification dalam satu perangkat wearable — menyediakan solusi nyata untuk meningkatkan keselamatan pekerja tambang bawah tanah Indonesia.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id" sz="1500">
                <a:solidFill>
                  <a:srgbClr val="630894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Luaran Produk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Prototipe Wearable Rescue-Tag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Perangkat IoT-LoRa fungsional untuk monitoring kondisi pekerja tambang.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Dashboard Monitoring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Tampilkan vital sign, status triage, dan lokasi pekerja secara near real-time.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id" sz="130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Dokumentasi Teknis</a:t>
            </a:r>
            <a:r>
              <a:rPr lang="id" sz="1250">
                <a:solidFill>
                  <a:srgbClr val="24232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 —  Desain hardware, firmware, arsitektur komunikasi sebagai referensi open hardware.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i="1" lang="id" sz="1250">
                <a:solidFill>
                  <a:srgbClr val="555555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Implementasi sistem ini berpotensi mempercepat identifikasi korban dan meningkatkan efektivitas operasi penyelamatan pada kondisi darurat tambang.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